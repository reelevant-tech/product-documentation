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</p:sldMasterIdLst>
  <p:notesMasterIdLst>
    <p:notesMasterId r:id="rId5"/>
  </p:notesMasterIdLst>
  <p:sldIdLst>
    <p:sldId id="256" r:id="rId6"/>
  </p:sldIdLst>
  <p:sldSz cy="10287000" cx="18288000"/>
  <p:notesSz cx="6858000" cy="9144000"/>
  <p:embeddedFontLst>
    <p:embeddedFont>
      <p:font typeface="Anton"/>
      <p:regular r:id="rId7"/>
    </p:embeddedFont>
    <p:embeddedFont>
      <p:font typeface="Inter Light"/>
      <p:regular r:id="rId8"/>
      <p:bold r:id="rId9"/>
      <p:italic r:id="rId10"/>
      <p:boldItalic r:id="rId11"/>
    </p:embeddedFont>
    <p:embeddedFont>
      <p:font typeface="Inter SemiBold"/>
      <p:regular r:id="rId12"/>
      <p:bold r:id="rId13"/>
      <p:italic r:id="rId14"/>
      <p:boldItalic r:id="rId15"/>
    </p:embeddedFont>
    <p:embeddedFont>
      <p:font typeface="Instrument Serif"/>
      <p:regular r:id="rId16"/>
      <p:italic r:id="rId17"/>
    </p:embeddedFont>
    <p:embeddedFont>
      <p:font typeface="Inter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3">
          <p15:clr>
            <a:srgbClr val="A4A3A4"/>
          </p15:clr>
        </p15:guide>
        <p15:guide id="3" orient="horz" pos="84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3"/>
        <p:guide pos="845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21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Ligh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Anton-regular.fntdata"/><Relationship Id="rId8" Type="http://schemas.openxmlformats.org/officeDocument/2006/relationships/font" Target="fonts/InterLight-regular.fntdata"/><Relationship Id="rId11" Type="http://schemas.openxmlformats.org/officeDocument/2006/relationships/font" Target="fonts/InterLight-boldItalic.fntdata"/><Relationship Id="rId10" Type="http://schemas.openxmlformats.org/officeDocument/2006/relationships/font" Target="fonts/InterLight-italic.fntdata"/><Relationship Id="rId13" Type="http://schemas.openxmlformats.org/officeDocument/2006/relationships/font" Target="fonts/InterSemiBold-bold.fntdata"/><Relationship Id="rId12" Type="http://schemas.openxmlformats.org/officeDocument/2006/relationships/font" Target="fonts/InterSemiBold-regular.fntdata"/><Relationship Id="rId15" Type="http://schemas.openxmlformats.org/officeDocument/2006/relationships/font" Target="fonts/InterSemiBold-boldItalic.fntdata"/><Relationship Id="rId14" Type="http://schemas.openxmlformats.org/officeDocument/2006/relationships/font" Target="fonts/InterSemiBold-italic.fntdata"/><Relationship Id="rId17" Type="http://schemas.openxmlformats.org/officeDocument/2006/relationships/font" Target="fonts/InstrumentSerif-italic.fntdata"/><Relationship Id="rId16" Type="http://schemas.openxmlformats.org/officeDocument/2006/relationships/font" Target="fonts/InstrumentSerif-regular.fntdata"/><Relationship Id="rId19" Type="http://schemas.openxmlformats.org/officeDocument/2006/relationships/font" Target="fonts/Inter-bold.fntdata"/><Relationship Id="rId18" Type="http://schemas.openxmlformats.org/officeDocument/2006/relationships/font" Target="fonts/Int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8ccd7506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e8ccd7506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e8ccd75061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- Slide Cover">
  <p:cSld name="Title Slide_1_1">
    <p:bg>
      <p:bgPr>
        <a:solidFill>
          <a:schemeClr val="dk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82825" y="0"/>
            <a:ext cx="18205200" cy="10287000"/>
          </a:xfrm>
          <a:prstGeom prst="rect">
            <a:avLst/>
          </a:prstGeom>
          <a:noFill/>
          <a:ln cap="flat" cmpd="sng" w="2286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Une image contenant capture d’écran, noir&#10;&#10;Description générée automatiquement"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63569" y="8647951"/>
            <a:ext cx="2602806" cy="556299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"/>
          <p:cNvSpPr/>
          <p:nvPr/>
        </p:nvSpPr>
        <p:spPr>
          <a:xfrm rot="8100000">
            <a:off x="619450" y="-509418"/>
            <a:ext cx="1656751" cy="4121725"/>
          </a:xfrm>
          <a:prstGeom prst="triangle">
            <a:avLst>
              <a:gd fmla="val 64668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" name="Google Shape;19;p2"/>
          <p:cNvSpPr/>
          <p:nvPr/>
        </p:nvSpPr>
        <p:spPr>
          <a:xfrm rot="-8471370">
            <a:off x="16372223" y="-432356"/>
            <a:ext cx="1656650" cy="3594742"/>
          </a:xfrm>
          <a:prstGeom prst="triangle">
            <a:avLst>
              <a:gd fmla="val 64668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" name="Google Shape;20;p2"/>
          <p:cNvSpPr txBox="1"/>
          <p:nvPr>
            <p:ph type="title"/>
          </p:nvPr>
        </p:nvSpPr>
        <p:spPr>
          <a:xfrm>
            <a:off x="2719950" y="3486925"/>
            <a:ext cx="12848100" cy="18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- Slide Cover 1">
  <p:cSld name="Title Slide_1_1_2">
    <p:bg>
      <p:bgPr>
        <a:solidFill>
          <a:schemeClr val="dk2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82825" y="0"/>
            <a:ext cx="18205200" cy="10287000"/>
          </a:xfrm>
          <a:prstGeom prst="rect">
            <a:avLst/>
          </a:prstGeom>
          <a:solidFill>
            <a:schemeClr val="dk1"/>
          </a:solidFill>
          <a:ln cap="flat" cmpd="sng" w="2286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3" name="Google Shape;23;p3" title="Logo blanc - big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63569" y="8647951"/>
            <a:ext cx="2602806" cy="556299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/>
          <p:nvPr/>
        </p:nvSpPr>
        <p:spPr>
          <a:xfrm rot="8100000">
            <a:off x="619450" y="-509418"/>
            <a:ext cx="1656751" cy="4121725"/>
          </a:xfrm>
          <a:prstGeom prst="triangle">
            <a:avLst>
              <a:gd fmla="val 64668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" name="Google Shape;25;p3"/>
          <p:cNvSpPr/>
          <p:nvPr/>
        </p:nvSpPr>
        <p:spPr>
          <a:xfrm rot="-8471370">
            <a:off x="16372223" y="-432356"/>
            <a:ext cx="1656650" cy="3594742"/>
          </a:xfrm>
          <a:prstGeom prst="triangle">
            <a:avLst>
              <a:gd fmla="val 64668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" name="Google Shape;26;p3"/>
          <p:cNvSpPr txBox="1"/>
          <p:nvPr>
            <p:ph type="title"/>
          </p:nvPr>
        </p:nvSpPr>
        <p:spPr>
          <a:xfrm>
            <a:off x="2719950" y="3486925"/>
            <a:ext cx="12848100" cy="18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9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- Slide Cover 2">
  <p:cSld name="Title Slide_1_1_1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-26275" y="14452"/>
            <a:ext cx="18288000" cy="10287000"/>
          </a:xfrm>
          <a:prstGeom prst="rect">
            <a:avLst/>
          </a:prstGeom>
          <a:solidFill>
            <a:srgbClr val="ED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ne image contenant capture d’écran, noir&#10;&#10;Description générée automatiquement" id="29" name="Google Shape;2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63569" y="8647951"/>
            <a:ext cx="2602806" cy="556299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/>
          <p:nvPr>
            <p:ph idx="2" type="pic"/>
          </p:nvPr>
        </p:nvSpPr>
        <p:spPr>
          <a:xfrm>
            <a:off x="1563575" y="6236800"/>
            <a:ext cx="5184600" cy="1143900"/>
          </a:xfrm>
          <a:prstGeom prst="rect">
            <a:avLst/>
          </a:prstGeom>
          <a:solidFill>
            <a:srgbClr val="EDFF00"/>
          </a:solidFill>
          <a:ln>
            <a:noFill/>
          </a:ln>
        </p:spPr>
      </p:sp>
      <p:pic>
        <p:nvPicPr>
          <p:cNvPr descr="Une image contenant Visage humain, capture d’écran, art, personne&#10;&#10;Description générée automatiquement" id="31" name="Google Shape;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8246" y="-938050"/>
            <a:ext cx="13745180" cy="12191998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>
            <p:ph type="title"/>
          </p:nvPr>
        </p:nvSpPr>
        <p:spPr>
          <a:xfrm>
            <a:off x="1563575" y="1316875"/>
            <a:ext cx="6081000" cy="18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- Slide Sommaire">
  <p:cSld name="3_Title Slide_1_1_1">
    <p:bg>
      <p:bgPr>
        <a:solidFill>
          <a:srgbClr val="0C0C0C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5"/>
          <p:cNvCxnSpPr/>
          <p:nvPr/>
        </p:nvCxnSpPr>
        <p:spPr>
          <a:xfrm flipH="1">
            <a:off x="1143250" y="2439600"/>
            <a:ext cx="8025600" cy="369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5"/>
          <p:cNvSpPr txBox="1"/>
          <p:nvPr>
            <p:ph type="title"/>
          </p:nvPr>
        </p:nvSpPr>
        <p:spPr>
          <a:xfrm>
            <a:off x="1118650" y="792875"/>
            <a:ext cx="80256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6000"/>
              <a:buNone/>
              <a:defRPr>
                <a:solidFill>
                  <a:srgbClr val="F6F6F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>
                <a:solidFill>
                  <a:srgbClr val="F6F6F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>
                <a:solidFill>
                  <a:srgbClr val="F6F6F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>
                <a:solidFill>
                  <a:srgbClr val="F6F6F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>
                <a:solidFill>
                  <a:srgbClr val="F6F6F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>
                <a:solidFill>
                  <a:srgbClr val="F6F6F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>
                <a:solidFill>
                  <a:srgbClr val="F6F6F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>
                <a:solidFill>
                  <a:srgbClr val="F6F6F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1400"/>
              <a:buNone/>
              <a:defRPr>
                <a:solidFill>
                  <a:srgbClr val="F6F6F6"/>
                </a:solidFill>
              </a:defRPr>
            </a:lvl9pPr>
          </a:lstStyle>
          <a:p/>
        </p:txBody>
      </p:sp>
      <p:pic>
        <p:nvPicPr>
          <p:cNvPr id="36" name="Google Shape;36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2995" y="27437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5"/>
          <p:cNvSpPr/>
          <p:nvPr>
            <p:ph idx="2" type="pic"/>
          </p:nvPr>
        </p:nvSpPr>
        <p:spPr>
          <a:xfrm>
            <a:off x="1143000" y="3514063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5"/>
          <p:cNvSpPr/>
          <p:nvPr>
            <p:ph idx="3" type="pic"/>
          </p:nvPr>
        </p:nvSpPr>
        <p:spPr>
          <a:xfrm>
            <a:off x="1143000" y="433466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Google Shape;39;p5"/>
          <p:cNvSpPr/>
          <p:nvPr>
            <p:ph idx="4" type="pic"/>
          </p:nvPr>
        </p:nvSpPr>
        <p:spPr>
          <a:xfrm>
            <a:off x="1143000" y="515524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5"/>
          <p:cNvSpPr/>
          <p:nvPr>
            <p:ph idx="5" type="pic"/>
          </p:nvPr>
        </p:nvSpPr>
        <p:spPr>
          <a:xfrm>
            <a:off x="1143000" y="595092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5"/>
          <p:cNvSpPr/>
          <p:nvPr>
            <p:ph idx="6" type="pic"/>
          </p:nvPr>
        </p:nvSpPr>
        <p:spPr>
          <a:xfrm>
            <a:off x="1143000" y="6759145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5"/>
          <p:cNvSpPr/>
          <p:nvPr>
            <p:ph idx="7" type="pic"/>
          </p:nvPr>
        </p:nvSpPr>
        <p:spPr>
          <a:xfrm>
            <a:off x="1143000" y="7655425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5"/>
          <p:cNvSpPr txBox="1"/>
          <p:nvPr>
            <p:ph idx="1" type="subTitle"/>
          </p:nvPr>
        </p:nvSpPr>
        <p:spPr>
          <a:xfrm>
            <a:off x="1822900" y="2709700"/>
            <a:ext cx="73287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6F6F6"/>
              </a:buClr>
              <a:buSzPts val="2500"/>
              <a:buFont typeface="Inter SemiBold"/>
              <a:buNone/>
              <a:defRPr sz="2500"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6F6F6"/>
              </a:buClr>
              <a:buSzPts val="2800"/>
              <a:buNone/>
              <a:defRPr>
                <a:solidFill>
                  <a:srgbClr val="F6F6F6"/>
                </a:solidFill>
              </a:defRPr>
            </a:lvl2pPr>
            <a:lvl3pPr lvl="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6F6F6"/>
              </a:buClr>
              <a:buSzPts val="2400"/>
              <a:buNone/>
              <a:defRPr>
                <a:solidFill>
                  <a:srgbClr val="F6F6F6"/>
                </a:solidFill>
              </a:defRPr>
            </a:lvl3pPr>
            <a:lvl4pPr lvl="3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6F6F6"/>
              </a:buClr>
              <a:buSzPts val="2000"/>
              <a:buNone/>
              <a:defRPr>
                <a:solidFill>
                  <a:srgbClr val="F6F6F6"/>
                </a:solidFill>
              </a:defRPr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6F6F6"/>
              </a:buClr>
              <a:buSzPts val="2000"/>
              <a:buNone/>
              <a:defRPr>
                <a:solidFill>
                  <a:srgbClr val="F6F6F6"/>
                </a:solidFill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6F6F6"/>
              </a:buClr>
              <a:buSzPts val="2000"/>
              <a:buNone/>
              <a:defRPr>
                <a:solidFill>
                  <a:srgbClr val="F6F6F6"/>
                </a:solidFill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6F6F6"/>
              </a:buClr>
              <a:buSzPts val="2000"/>
              <a:buNone/>
              <a:defRPr>
                <a:solidFill>
                  <a:srgbClr val="F6F6F6"/>
                </a:solidFill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6F6F6"/>
              </a:buClr>
              <a:buSzPts val="2000"/>
              <a:buNone/>
              <a:defRPr>
                <a:solidFill>
                  <a:srgbClr val="F6F6F6"/>
                </a:solidFill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6F6F6"/>
              </a:buClr>
              <a:buSzPts val="2000"/>
              <a:buNone/>
              <a:defRPr>
                <a:solidFill>
                  <a:srgbClr val="F6F6F6"/>
                </a:solidFill>
              </a:defRPr>
            </a:lvl9pPr>
          </a:lstStyle>
          <a:p/>
        </p:txBody>
      </p:sp>
      <p:sp>
        <p:nvSpPr>
          <p:cNvPr id="44" name="Google Shape;44;p5"/>
          <p:cNvSpPr txBox="1"/>
          <p:nvPr>
            <p:ph idx="8" type="subTitle"/>
          </p:nvPr>
        </p:nvSpPr>
        <p:spPr>
          <a:xfrm>
            <a:off x="1822900" y="3533988"/>
            <a:ext cx="73287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6F6F6"/>
              </a:buClr>
              <a:buSzPts val="2500"/>
              <a:buFont typeface="Inter SemiBold"/>
              <a:buNone/>
              <a:defRPr sz="2500"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6F6F6"/>
              </a:buClr>
              <a:buSzPts val="2800"/>
              <a:buNone/>
              <a:defRPr>
                <a:solidFill>
                  <a:srgbClr val="F6F6F6"/>
                </a:solidFill>
              </a:defRPr>
            </a:lvl2pPr>
            <a:lvl3pPr lvl="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6F6F6"/>
              </a:buClr>
              <a:buSzPts val="2400"/>
              <a:buNone/>
              <a:defRPr>
                <a:solidFill>
                  <a:srgbClr val="F6F6F6"/>
                </a:solidFill>
              </a:defRPr>
            </a:lvl3pPr>
            <a:lvl4pPr lvl="3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6F6F6"/>
              </a:buClr>
              <a:buSzPts val="2000"/>
              <a:buNone/>
              <a:defRPr>
                <a:solidFill>
                  <a:srgbClr val="F6F6F6"/>
                </a:solidFill>
              </a:defRPr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6F6F6"/>
              </a:buClr>
              <a:buSzPts val="2000"/>
              <a:buNone/>
              <a:defRPr>
                <a:solidFill>
                  <a:srgbClr val="F6F6F6"/>
                </a:solidFill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6F6F6"/>
              </a:buClr>
              <a:buSzPts val="2000"/>
              <a:buNone/>
              <a:defRPr>
                <a:solidFill>
                  <a:srgbClr val="F6F6F6"/>
                </a:solidFill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6F6F6"/>
              </a:buClr>
              <a:buSzPts val="2000"/>
              <a:buNone/>
              <a:defRPr>
                <a:solidFill>
                  <a:srgbClr val="F6F6F6"/>
                </a:solidFill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6F6F6"/>
              </a:buClr>
              <a:buSzPts val="2000"/>
              <a:buNone/>
              <a:defRPr>
                <a:solidFill>
                  <a:srgbClr val="F6F6F6"/>
                </a:solidFill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6F6F6"/>
              </a:buClr>
              <a:buSzPts val="2000"/>
              <a:buNone/>
              <a:defRPr>
                <a:solidFill>
                  <a:srgbClr val="F6F6F6"/>
                </a:solidFill>
              </a:defRPr>
            </a:lvl9pPr>
          </a:lstStyle>
          <a:p/>
        </p:txBody>
      </p:sp>
      <p:sp>
        <p:nvSpPr>
          <p:cNvPr id="45" name="Google Shape;45;p5"/>
          <p:cNvSpPr txBox="1"/>
          <p:nvPr>
            <p:ph idx="9" type="subTitle"/>
          </p:nvPr>
        </p:nvSpPr>
        <p:spPr>
          <a:xfrm>
            <a:off x="1822900" y="4358275"/>
            <a:ext cx="73287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6F6F6"/>
              </a:buClr>
              <a:buSzPts val="2500"/>
              <a:buFont typeface="Inter SemiBold"/>
              <a:buNone/>
              <a:defRPr sz="2500"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6F6F6"/>
              </a:buClr>
              <a:buSzPts val="2800"/>
              <a:buFont typeface="Inter SemiBold"/>
              <a:buNone/>
              <a:defRPr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6F6F6"/>
              </a:buClr>
              <a:buSzPts val="2400"/>
              <a:buFont typeface="Inter SemiBold"/>
              <a:buNone/>
              <a:defRPr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6F6F6"/>
              </a:buClr>
              <a:buSzPts val="2000"/>
              <a:buFont typeface="Inter SemiBold"/>
              <a:buNone/>
              <a:defRPr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6F6F6"/>
              </a:buClr>
              <a:buSzPts val="2000"/>
              <a:buFont typeface="Inter SemiBold"/>
              <a:buNone/>
              <a:defRPr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6F6F6"/>
              </a:buClr>
              <a:buSzPts val="2000"/>
              <a:buFont typeface="Inter SemiBold"/>
              <a:buNone/>
              <a:defRPr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6F6F6"/>
              </a:buClr>
              <a:buSzPts val="2000"/>
              <a:buFont typeface="Inter SemiBold"/>
              <a:buNone/>
              <a:defRPr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6F6F6"/>
              </a:buClr>
              <a:buSzPts val="2000"/>
              <a:buFont typeface="Inter SemiBold"/>
              <a:buNone/>
              <a:defRPr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6F6F6"/>
              </a:buClr>
              <a:buSzPts val="2000"/>
              <a:buFont typeface="Inter SemiBold"/>
              <a:buNone/>
              <a:defRPr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6" name="Google Shape;46;p5"/>
          <p:cNvSpPr txBox="1"/>
          <p:nvPr>
            <p:ph idx="13" type="subTitle"/>
          </p:nvPr>
        </p:nvSpPr>
        <p:spPr>
          <a:xfrm>
            <a:off x="1822900" y="5182563"/>
            <a:ext cx="73287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6F6F6"/>
              </a:buClr>
              <a:buSzPts val="2500"/>
              <a:buFont typeface="Inter SemiBold"/>
              <a:buNone/>
              <a:defRPr sz="2500"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6F6F6"/>
              </a:buClr>
              <a:buSzPts val="2800"/>
              <a:buFont typeface="Inter SemiBold"/>
              <a:buNone/>
              <a:defRPr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6F6F6"/>
              </a:buClr>
              <a:buSzPts val="2400"/>
              <a:buFont typeface="Inter SemiBold"/>
              <a:buNone/>
              <a:defRPr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6F6F6"/>
              </a:buClr>
              <a:buSzPts val="2000"/>
              <a:buFont typeface="Inter SemiBold"/>
              <a:buNone/>
              <a:defRPr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6F6F6"/>
              </a:buClr>
              <a:buSzPts val="2000"/>
              <a:buFont typeface="Inter SemiBold"/>
              <a:buNone/>
              <a:defRPr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6F6F6"/>
              </a:buClr>
              <a:buSzPts val="2000"/>
              <a:buFont typeface="Inter SemiBold"/>
              <a:buNone/>
              <a:defRPr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6F6F6"/>
              </a:buClr>
              <a:buSzPts val="2000"/>
              <a:buFont typeface="Inter SemiBold"/>
              <a:buNone/>
              <a:defRPr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6F6F6"/>
              </a:buClr>
              <a:buSzPts val="2000"/>
              <a:buFont typeface="Inter SemiBold"/>
              <a:buNone/>
              <a:defRPr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6F6F6"/>
              </a:buClr>
              <a:buSzPts val="2000"/>
              <a:buFont typeface="Inter SemiBold"/>
              <a:buNone/>
              <a:defRPr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7" name="Google Shape;47;p5"/>
          <p:cNvSpPr txBox="1"/>
          <p:nvPr>
            <p:ph idx="14" type="subTitle"/>
          </p:nvPr>
        </p:nvSpPr>
        <p:spPr>
          <a:xfrm>
            <a:off x="1822900" y="6006850"/>
            <a:ext cx="73287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6F6F6"/>
              </a:buClr>
              <a:buSzPts val="2500"/>
              <a:buFont typeface="Inter SemiBold"/>
              <a:buNone/>
              <a:defRPr sz="2500"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6F6F6"/>
              </a:buClr>
              <a:buSzPts val="2800"/>
              <a:buFont typeface="Inter SemiBold"/>
              <a:buNone/>
              <a:defRPr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6F6F6"/>
              </a:buClr>
              <a:buSzPts val="2400"/>
              <a:buFont typeface="Inter SemiBold"/>
              <a:buNone/>
              <a:defRPr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6F6F6"/>
              </a:buClr>
              <a:buSzPts val="2000"/>
              <a:buFont typeface="Inter SemiBold"/>
              <a:buNone/>
              <a:defRPr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6F6F6"/>
              </a:buClr>
              <a:buSzPts val="2000"/>
              <a:buFont typeface="Inter SemiBold"/>
              <a:buNone/>
              <a:defRPr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6F6F6"/>
              </a:buClr>
              <a:buSzPts val="2000"/>
              <a:buFont typeface="Inter SemiBold"/>
              <a:buNone/>
              <a:defRPr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6F6F6"/>
              </a:buClr>
              <a:buSzPts val="2000"/>
              <a:buFont typeface="Inter SemiBold"/>
              <a:buNone/>
              <a:defRPr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6F6F6"/>
              </a:buClr>
              <a:buSzPts val="2000"/>
              <a:buFont typeface="Inter SemiBold"/>
              <a:buNone/>
              <a:defRPr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6F6F6"/>
              </a:buClr>
              <a:buSzPts val="2000"/>
              <a:buFont typeface="Inter SemiBold"/>
              <a:buNone/>
              <a:defRPr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8" name="Google Shape;48;p5"/>
          <p:cNvSpPr txBox="1"/>
          <p:nvPr>
            <p:ph idx="15" type="subTitle"/>
          </p:nvPr>
        </p:nvSpPr>
        <p:spPr>
          <a:xfrm>
            <a:off x="1822900" y="6831138"/>
            <a:ext cx="73287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6F6F6"/>
              </a:buClr>
              <a:buSzPts val="2500"/>
              <a:buFont typeface="Inter SemiBold"/>
              <a:buNone/>
              <a:defRPr sz="2500"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6F6F6"/>
              </a:buClr>
              <a:buSzPts val="2800"/>
              <a:buFont typeface="Inter SemiBold"/>
              <a:buNone/>
              <a:defRPr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6F6F6"/>
              </a:buClr>
              <a:buSzPts val="2400"/>
              <a:buFont typeface="Inter SemiBold"/>
              <a:buNone/>
              <a:defRPr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6F6F6"/>
              </a:buClr>
              <a:buSzPts val="2000"/>
              <a:buFont typeface="Inter SemiBold"/>
              <a:buNone/>
              <a:defRPr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6F6F6"/>
              </a:buClr>
              <a:buSzPts val="2000"/>
              <a:buFont typeface="Inter SemiBold"/>
              <a:buNone/>
              <a:defRPr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6F6F6"/>
              </a:buClr>
              <a:buSzPts val="2000"/>
              <a:buFont typeface="Inter SemiBold"/>
              <a:buNone/>
              <a:defRPr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6F6F6"/>
              </a:buClr>
              <a:buSzPts val="2000"/>
              <a:buFont typeface="Inter SemiBold"/>
              <a:buNone/>
              <a:defRPr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6F6F6"/>
              </a:buClr>
              <a:buSzPts val="2000"/>
              <a:buFont typeface="Inter SemiBold"/>
              <a:buNone/>
              <a:defRPr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6F6F6"/>
              </a:buClr>
              <a:buSzPts val="2000"/>
              <a:buFont typeface="Inter SemiBold"/>
              <a:buNone/>
              <a:defRPr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9" name="Google Shape;49;p5"/>
          <p:cNvSpPr txBox="1"/>
          <p:nvPr>
            <p:ph idx="16" type="subTitle"/>
          </p:nvPr>
        </p:nvSpPr>
        <p:spPr>
          <a:xfrm>
            <a:off x="1822900" y="7655425"/>
            <a:ext cx="73287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6F6F6"/>
              </a:buClr>
              <a:buSzPts val="2500"/>
              <a:buFont typeface="Inter SemiBold"/>
              <a:buNone/>
              <a:defRPr sz="2500"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6F6F6"/>
              </a:buClr>
              <a:buSzPts val="2800"/>
              <a:buFont typeface="Inter SemiBold"/>
              <a:buNone/>
              <a:defRPr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6F6F6"/>
              </a:buClr>
              <a:buSzPts val="2400"/>
              <a:buFont typeface="Inter SemiBold"/>
              <a:buNone/>
              <a:defRPr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6F6F6"/>
              </a:buClr>
              <a:buSzPts val="2000"/>
              <a:buFont typeface="Inter SemiBold"/>
              <a:buNone/>
              <a:defRPr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6F6F6"/>
              </a:buClr>
              <a:buSzPts val="2000"/>
              <a:buFont typeface="Inter SemiBold"/>
              <a:buNone/>
              <a:defRPr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6F6F6"/>
              </a:buClr>
              <a:buSzPts val="2000"/>
              <a:buFont typeface="Inter SemiBold"/>
              <a:buNone/>
              <a:defRPr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6F6F6"/>
              </a:buClr>
              <a:buSzPts val="2000"/>
              <a:buFont typeface="Inter SemiBold"/>
              <a:buNone/>
              <a:defRPr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6F6F6"/>
              </a:buClr>
              <a:buSzPts val="2000"/>
              <a:buFont typeface="Inter SemiBold"/>
              <a:buNone/>
              <a:defRPr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6F6F6"/>
              </a:buClr>
              <a:buSzPts val="2000"/>
              <a:buFont typeface="Inter SemiBold"/>
              <a:buNone/>
              <a:defRPr>
                <a:solidFill>
                  <a:srgbClr val="F6F6F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pic>
        <p:nvPicPr>
          <p:cNvPr id="50" name="Google Shape;50;p5"/>
          <p:cNvPicPr preferRelativeResize="0"/>
          <p:nvPr/>
        </p:nvPicPr>
        <p:blipFill rotWithShape="1">
          <a:blip r:embed="rId3">
            <a:alphaModFix/>
          </a:blip>
          <a:srcRect b="10" l="0" r="0" t="0"/>
          <a:stretch/>
        </p:blipFill>
        <p:spPr>
          <a:xfrm>
            <a:off x="10522044" y="7900"/>
            <a:ext cx="7765956" cy="10287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- Slide Sommaire 2">
  <p:cSld name="1_Title Slide_2">
    <p:bg>
      <p:bgPr>
        <a:solidFill>
          <a:srgbClr val="EDFF00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6" title="elemen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48000" y="530542"/>
            <a:ext cx="3758300" cy="868633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/>
          <p:nvPr/>
        </p:nvSpPr>
        <p:spPr>
          <a:xfrm rot="10800000">
            <a:off x="15435400" y="-317500"/>
            <a:ext cx="2124900" cy="51534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12651175" y="5891200"/>
            <a:ext cx="2124900" cy="51534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" name="Google Shape;55;p6"/>
          <p:cNvSpPr txBox="1"/>
          <p:nvPr>
            <p:ph idx="1" type="subTitle"/>
          </p:nvPr>
        </p:nvSpPr>
        <p:spPr>
          <a:xfrm>
            <a:off x="2808825" y="2341832"/>
            <a:ext cx="8474700" cy="640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>
            <a:lvl1pPr lvl="0">
              <a:spcBef>
                <a:spcPts val="640"/>
              </a:spcBef>
              <a:spcAft>
                <a:spcPts val="0"/>
              </a:spcAft>
              <a:buSzPts val="3600"/>
              <a:buFont typeface="Instrument Serif"/>
              <a:buNone/>
              <a:defRPr sz="3600"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pic>
        <p:nvPicPr>
          <p:cNvPr id="56" name="Google Shape;56;p6" title="Icone noi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6925" y="2416000"/>
            <a:ext cx="439625" cy="4396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6"/>
          <p:cNvSpPr txBox="1"/>
          <p:nvPr>
            <p:ph idx="2" type="subTitle"/>
          </p:nvPr>
        </p:nvSpPr>
        <p:spPr>
          <a:xfrm>
            <a:off x="2808825" y="3148703"/>
            <a:ext cx="8474700" cy="640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>
            <a:lvl1pPr lvl="0">
              <a:spcBef>
                <a:spcPts val="640"/>
              </a:spcBef>
              <a:spcAft>
                <a:spcPts val="0"/>
              </a:spcAft>
              <a:buSzPts val="3600"/>
              <a:buFont typeface="Instrument Serif"/>
              <a:buNone/>
              <a:defRPr sz="3600"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3" type="subTitle"/>
          </p:nvPr>
        </p:nvSpPr>
        <p:spPr>
          <a:xfrm>
            <a:off x="2808750" y="3955573"/>
            <a:ext cx="8474700" cy="640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>
            <a:lvl1pPr lvl="0">
              <a:spcBef>
                <a:spcPts val="640"/>
              </a:spcBef>
              <a:spcAft>
                <a:spcPts val="0"/>
              </a:spcAft>
              <a:buSzPts val="3600"/>
              <a:buFont typeface="Instrument Serif"/>
              <a:buNone/>
              <a:defRPr sz="3600"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9" name="Google Shape;59;p6"/>
          <p:cNvSpPr/>
          <p:nvPr>
            <p:ph idx="4" type="pic"/>
          </p:nvPr>
        </p:nvSpPr>
        <p:spPr>
          <a:xfrm>
            <a:off x="2246913" y="4029956"/>
            <a:ext cx="439500" cy="4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6"/>
          <p:cNvSpPr txBox="1"/>
          <p:nvPr>
            <p:ph idx="5" type="subTitle"/>
          </p:nvPr>
        </p:nvSpPr>
        <p:spPr>
          <a:xfrm>
            <a:off x="2808750" y="4762444"/>
            <a:ext cx="8474700" cy="640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>
            <a:lvl1pPr lvl="0">
              <a:spcBef>
                <a:spcPts val="640"/>
              </a:spcBef>
              <a:spcAft>
                <a:spcPts val="0"/>
              </a:spcAft>
              <a:buSzPts val="3600"/>
              <a:buFont typeface="Instrument Serif"/>
              <a:buNone/>
              <a:defRPr sz="3600"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61" name="Google Shape;61;p6"/>
          <p:cNvSpPr/>
          <p:nvPr>
            <p:ph idx="6" type="pic"/>
          </p:nvPr>
        </p:nvSpPr>
        <p:spPr>
          <a:xfrm>
            <a:off x="2246913" y="4836809"/>
            <a:ext cx="439500" cy="4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6"/>
          <p:cNvSpPr txBox="1"/>
          <p:nvPr>
            <p:ph idx="7" type="subTitle"/>
          </p:nvPr>
        </p:nvSpPr>
        <p:spPr>
          <a:xfrm>
            <a:off x="2808750" y="5569315"/>
            <a:ext cx="8474700" cy="640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>
            <a:lvl1pPr lvl="0">
              <a:spcBef>
                <a:spcPts val="640"/>
              </a:spcBef>
              <a:spcAft>
                <a:spcPts val="0"/>
              </a:spcAft>
              <a:buSzPts val="3600"/>
              <a:buFont typeface="Instrument Serif"/>
              <a:buNone/>
              <a:defRPr sz="3600"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63" name="Google Shape;63;p6"/>
          <p:cNvSpPr/>
          <p:nvPr>
            <p:ph idx="8" type="pic"/>
          </p:nvPr>
        </p:nvSpPr>
        <p:spPr>
          <a:xfrm>
            <a:off x="2246913" y="5643661"/>
            <a:ext cx="439500" cy="4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6"/>
          <p:cNvSpPr txBox="1"/>
          <p:nvPr>
            <p:ph idx="9" type="subTitle"/>
          </p:nvPr>
        </p:nvSpPr>
        <p:spPr>
          <a:xfrm>
            <a:off x="2808750" y="6376186"/>
            <a:ext cx="8474700" cy="640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>
            <a:lvl1pPr lvl="0">
              <a:spcBef>
                <a:spcPts val="640"/>
              </a:spcBef>
              <a:spcAft>
                <a:spcPts val="0"/>
              </a:spcAft>
              <a:buSzPts val="3600"/>
              <a:buFont typeface="Instrument Serif"/>
              <a:buNone/>
              <a:defRPr sz="3600"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65" name="Google Shape;65;p6"/>
          <p:cNvSpPr/>
          <p:nvPr>
            <p:ph idx="13" type="pic"/>
          </p:nvPr>
        </p:nvSpPr>
        <p:spPr>
          <a:xfrm>
            <a:off x="2246913" y="6450514"/>
            <a:ext cx="439500" cy="4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6"/>
          <p:cNvSpPr txBox="1"/>
          <p:nvPr>
            <p:ph idx="14" type="subTitle"/>
          </p:nvPr>
        </p:nvSpPr>
        <p:spPr>
          <a:xfrm>
            <a:off x="2808750" y="7183056"/>
            <a:ext cx="8474700" cy="640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>
            <a:lvl1pPr lvl="0">
              <a:spcBef>
                <a:spcPts val="640"/>
              </a:spcBef>
              <a:spcAft>
                <a:spcPts val="0"/>
              </a:spcAft>
              <a:buSzPts val="3600"/>
              <a:buFont typeface="Instrument Serif"/>
              <a:buNone/>
              <a:defRPr sz="3600"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67" name="Google Shape;67;p6"/>
          <p:cNvSpPr/>
          <p:nvPr>
            <p:ph idx="15" type="pic"/>
          </p:nvPr>
        </p:nvSpPr>
        <p:spPr>
          <a:xfrm>
            <a:off x="2246913" y="7257367"/>
            <a:ext cx="439500" cy="4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6"/>
          <p:cNvSpPr txBox="1"/>
          <p:nvPr>
            <p:ph idx="16" type="subTitle"/>
          </p:nvPr>
        </p:nvSpPr>
        <p:spPr>
          <a:xfrm>
            <a:off x="2808750" y="7989927"/>
            <a:ext cx="8474700" cy="640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>
            <a:lvl1pPr lvl="0">
              <a:spcBef>
                <a:spcPts val="640"/>
              </a:spcBef>
              <a:spcAft>
                <a:spcPts val="0"/>
              </a:spcAft>
              <a:buSzPts val="3600"/>
              <a:buFont typeface="Instrument Serif"/>
              <a:buNone/>
              <a:defRPr sz="3600"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69" name="Google Shape;69;p6"/>
          <p:cNvSpPr/>
          <p:nvPr>
            <p:ph idx="17" type="pic"/>
          </p:nvPr>
        </p:nvSpPr>
        <p:spPr>
          <a:xfrm>
            <a:off x="2246913" y="8064220"/>
            <a:ext cx="439500" cy="439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6"/>
          <p:cNvSpPr/>
          <p:nvPr>
            <p:ph idx="18" type="pic"/>
          </p:nvPr>
        </p:nvSpPr>
        <p:spPr>
          <a:xfrm>
            <a:off x="2246913" y="3223043"/>
            <a:ext cx="439500" cy="4395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6"/>
          <p:cNvSpPr txBox="1"/>
          <p:nvPr>
            <p:ph type="title"/>
          </p:nvPr>
        </p:nvSpPr>
        <p:spPr>
          <a:xfrm>
            <a:off x="2246925" y="976925"/>
            <a:ext cx="12797700" cy="82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134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- Slide Intercalaire">
  <p:cSld name="1_Title Slide_1_3_1">
    <p:bg>
      <p:bgPr>
        <a:solidFill>
          <a:srgbClr val="F6F6F6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7" title="R transparent full - deck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6">
            <a:off x="5410725" y="-1400652"/>
            <a:ext cx="14136224" cy="12839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- Slide Intercalaire 1">
  <p:cSld name="1_Title Slide_1_3_1_1">
    <p:bg>
      <p:bgPr>
        <a:solidFill>
          <a:schemeClr val="dk2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8" title="R transparent full - deck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6">
            <a:off x="5410725" y="-1400652"/>
            <a:ext cx="14136224" cy="12839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- Slide Intercalaire 3">
  <p:cSld name="1_Title Slide_1_3_1_2">
    <p:bg>
      <p:bgPr>
        <a:solidFill>
          <a:schemeClr val="lt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9" title="R transparent full - deck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6">
            <a:off x="5410725" y="-1400652"/>
            <a:ext cx="14136224" cy="12839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- Slide Intercalaire 3 1">
  <p:cSld name="1_Title Slide_1_3_1_2_1"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 title="R fond blanc noise.png"/>
          <p:cNvPicPr preferRelativeResize="0"/>
          <p:nvPr/>
        </p:nvPicPr>
        <p:blipFill rotWithShape="1">
          <a:blip r:embed="rId2">
            <a:alphaModFix/>
          </a:blip>
          <a:srcRect b="40" l="0" r="0" t="40"/>
          <a:stretch/>
        </p:blipFill>
        <p:spPr>
          <a:xfrm rot="-6">
            <a:off x="5410725" y="-1400651"/>
            <a:ext cx="14136225" cy="12839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- Slide Intercalaire 4">
  <p:cSld name="5_Title Slide_1_1_1_1">
    <p:bg>
      <p:bgPr>
        <a:solidFill>
          <a:schemeClr val="dk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/>
          <p:nvPr/>
        </p:nvSpPr>
        <p:spPr>
          <a:xfrm rot="8692285">
            <a:off x="2394890" y="-1721354"/>
            <a:ext cx="898320" cy="6734421"/>
          </a:xfrm>
          <a:custGeom>
            <a:rect b="b" l="l" r="r" t="t"/>
            <a:pathLst>
              <a:path extrusionOk="0" h="3099110" w="1161585">
                <a:moveTo>
                  <a:pt x="0" y="3099110"/>
                </a:moveTo>
                <a:lnTo>
                  <a:pt x="1161585" y="0"/>
                </a:lnTo>
                <a:lnTo>
                  <a:pt x="762000" y="3099110"/>
                </a:lnTo>
                <a:lnTo>
                  <a:pt x="0" y="3099110"/>
                </a:lnTo>
                <a:close/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1"/>
          <p:cNvSpPr/>
          <p:nvPr/>
        </p:nvSpPr>
        <p:spPr>
          <a:xfrm flipH="1" rot="9547743">
            <a:off x="3628126" y="-1871638"/>
            <a:ext cx="1066905" cy="4762430"/>
          </a:xfrm>
          <a:prstGeom prst="triangle">
            <a:avLst>
              <a:gd fmla="val 50000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1"/>
          <p:cNvSpPr/>
          <p:nvPr/>
        </p:nvSpPr>
        <p:spPr>
          <a:xfrm rot="-3805156">
            <a:off x="16160367" y="5529563"/>
            <a:ext cx="980203" cy="4800391"/>
          </a:xfrm>
          <a:prstGeom prst="triangle">
            <a:avLst>
              <a:gd fmla="val 50000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1"/>
          <p:cNvSpPr/>
          <p:nvPr/>
        </p:nvSpPr>
        <p:spPr>
          <a:xfrm rot="-4767509">
            <a:off x="17721580" y="4538808"/>
            <a:ext cx="675602" cy="4800647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1"/>
          <p:cNvSpPr txBox="1"/>
          <p:nvPr>
            <p:ph idx="1" type="body"/>
          </p:nvPr>
        </p:nvSpPr>
        <p:spPr>
          <a:xfrm>
            <a:off x="917260" y="5548300"/>
            <a:ext cx="13128300" cy="3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F6F6F6"/>
              </a:buClr>
              <a:buSzPts val="11000"/>
              <a:buFont typeface="Anton"/>
              <a:buNone/>
              <a:defRPr sz="11000">
                <a:solidFill>
                  <a:srgbClr val="F6F6F6"/>
                </a:solidFill>
                <a:latin typeface="Anton"/>
                <a:ea typeface="Anton"/>
                <a:cs typeface="Anton"/>
                <a:sym typeface="Anton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6F6F6"/>
              </a:buClr>
              <a:buSzPts val="1800"/>
              <a:buChar char="–"/>
              <a:defRPr>
                <a:solidFill>
                  <a:srgbClr val="F6F6F6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6F6F6"/>
              </a:buClr>
              <a:buSzPts val="1800"/>
              <a:buChar char="•"/>
              <a:defRPr>
                <a:solidFill>
                  <a:srgbClr val="F6F6F6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6F6F6"/>
              </a:buClr>
              <a:buSzPts val="1800"/>
              <a:buChar char="–"/>
              <a:defRPr>
                <a:solidFill>
                  <a:srgbClr val="F6F6F6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6F6F6"/>
              </a:buClr>
              <a:buSzPts val="1800"/>
              <a:buChar char="»"/>
              <a:defRPr>
                <a:solidFill>
                  <a:srgbClr val="F6F6F6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6F6F6"/>
              </a:buClr>
              <a:buSzPts val="1800"/>
              <a:buChar char="•"/>
              <a:defRPr>
                <a:solidFill>
                  <a:srgbClr val="F6F6F6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6F6F6"/>
              </a:buClr>
              <a:buSzPts val="1800"/>
              <a:buChar char="•"/>
              <a:defRPr>
                <a:solidFill>
                  <a:srgbClr val="F6F6F6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6F6F6"/>
              </a:buClr>
              <a:buSzPts val="1800"/>
              <a:buChar char="•"/>
              <a:defRPr>
                <a:solidFill>
                  <a:srgbClr val="F6F6F6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6F6F6"/>
              </a:buClr>
              <a:buSzPts val="1800"/>
              <a:buChar char="•"/>
              <a:defRPr>
                <a:solidFill>
                  <a:srgbClr val="F6F6F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- Slide Intercalaire 5">
  <p:cSld name="5_Title Slide_1_2_1">
    <p:bg>
      <p:bgPr>
        <a:solidFill>
          <a:schemeClr val="dk2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/>
          <p:nvPr/>
        </p:nvSpPr>
        <p:spPr>
          <a:xfrm rot="8692285">
            <a:off x="2394890" y="-1721354"/>
            <a:ext cx="898320" cy="6734421"/>
          </a:xfrm>
          <a:custGeom>
            <a:rect b="b" l="l" r="r" t="t"/>
            <a:pathLst>
              <a:path extrusionOk="0" h="3099110" w="1161585">
                <a:moveTo>
                  <a:pt x="0" y="3099110"/>
                </a:moveTo>
                <a:lnTo>
                  <a:pt x="1161585" y="0"/>
                </a:lnTo>
                <a:lnTo>
                  <a:pt x="762000" y="3099110"/>
                </a:lnTo>
                <a:lnTo>
                  <a:pt x="0" y="3099110"/>
                </a:lnTo>
                <a:close/>
              </a:path>
            </a:pathLst>
          </a:custGeom>
          <a:solidFill>
            <a:srgbClr val="F6F6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2"/>
          <p:cNvSpPr/>
          <p:nvPr/>
        </p:nvSpPr>
        <p:spPr>
          <a:xfrm flipH="1" rot="9547743">
            <a:off x="3628126" y="-1871638"/>
            <a:ext cx="1066905" cy="4762430"/>
          </a:xfrm>
          <a:prstGeom prst="triangle">
            <a:avLst>
              <a:gd fmla="val 50000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2"/>
          <p:cNvSpPr/>
          <p:nvPr/>
        </p:nvSpPr>
        <p:spPr>
          <a:xfrm rot="-3805156">
            <a:off x="16160367" y="5529563"/>
            <a:ext cx="980203" cy="4800391"/>
          </a:xfrm>
          <a:prstGeom prst="triangle">
            <a:avLst>
              <a:gd fmla="val 50000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2"/>
          <p:cNvSpPr/>
          <p:nvPr/>
        </p:nvSpPr>
        <p:spPr>
          <a:xfrm rot="-4767509">
            <a:off x="17721580" y="4538808"/>
            <a:ext cx="675602" cy="4800647"/>
          </a:xfrm>
          <a:prstGeom prst="triangle">
            <a:avLst>
              <a:gd fmla="val 50000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2"/>
          <p:cNvSpPr txBox="1"/>
          <p:nvPr>
            <p:ph idx="1" type="body"/>
          </p:nvPr>
        </p:nvSpPr>
        <p:spPr>
          <a:xfrm>
            <a:off x="917260" y="5548300"/>
            <a:ext cx="13128300" cy="3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C0C0C"/>
              </a:buClr>
              <a:buSzPts val="11000"/>
              <a:buFont typeface="Anton"/>
              <a:buNone/>
              <a:defRPr sz="11000">
                <a:solidFill>
                  <a:srgbClr val="0C0C0C"/>
                </a:solidFill>
                <a:latin typeface="Anton"/>
                <a:ea typeface="Anton"/>
                <a:cs typeface="Anton"/>
                <a:sym typeface="Anton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C0C0C"/>
              </a:buClr>
              <a:buSzPts val="1800"/>
              <a:buChar char="–"/>
              <a:defRPr>
                <a:solidFill>
                  <a:srgbClr val="0C0C0C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C0C0C"/>
              </a:buClr>
              <a:buSzPts val="1800"/>
              <a:buChar char="•"/>
              <a:defRPr>
                <a:solidFill>
                  <a:srgbClr val="0C0C0C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C0C0C"/>
              </a:buClr>
              <a:buSzPts val="1800"/>
              <a:buChar char="–"/>
              <a:defRPr>
                <a:solidFill>
                  <a:srgbClr val="0C0C0C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C0C0C"/>
              </a:buClr>
              <a:buSzPts val="1800"/>
              <a:buChar char="»"/>
              <a:defRPr>
                <a:solidFill>
                  <a:srgbClr val="0C0C0C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C0C0C"/>
              </a:buClr>
              <a:buSzPts val="1800"/>
              <a:buChar char="•"/>
              <a:defRPr>
                <a:solidFill>
                  <a:srgbClr val="0C0C0C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C0C0C"/>
              </a:buClr>
              <a:buSzPts val="1800"/>
              <a:buChar char="•"/>
              <a:defRPr>
                <a:solidFill>
                  <a:srgbClr val="0C0C0C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C0C0C"/>
              </a:buClr>
              <a:buSzPts val="1800"/>
              <a:buChar char="•"/>
              <a:defRPr>
                <a:solidFill>
                  <a:srgbClr val="0C0C0C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C0C0C"/>
              </a:buClr>
              <a:buSzPts val="1800"/>
              <a:buChar char="•"/>
              <a:defRPr>
                <a:solidFill>
                  <a:srgbClr val="0C0C0C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- Slide Contenu">
  <p:cSld name="CUSTOM_5_1">
    <p:bg>
      <p:bgPr>
        <a:solidFill>
          <a:schemeClr val="accen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/>
          <p:nvPr/>
        </p:nvSpPr>
        <p:spPr>
          <a:xfrm>
            <a:off x="0" y="1538575"/>
            <a:ext cx="18288000" cy="874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" name="Google Shape;94;p13"/>
          <p:cNvSpPr txBox="1"/>
          <p:nvPr>
            <p:ph type="title"/>
          </p:nvPr>
        </p:nvSpPr>
        <p:spPr>
          <a:xfrm>
            <a:off x="1123450" y="390775"/>
            <a:ext cx="16094700" cy="105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24">
          <p15:clr>
            <a:srgbClr val="E46962"/>
          </p15:clr>
        </p15:guide>
        <p15:guide id="2" pos="3482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- Slide Contenu 7">
  <p:cSld name="CUSTOM_5_1_2"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/>
          <p:nvPr/>
        </p:nvSpPr>
        <p:spPr>
          <a:xfrm>
            <a:off x="0" y="1538575"/>
            <a:ext cx="18288000" cy="874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" name="Google Shape;97;p14"/>
          <p:cNvSpPr txBox="1"/>
          <p:nvPr>
            <p:ph type="title"/>
          </p:nvPr>
        </p:nvSpPr>
        <p:spPr>
          <a:xfrm>
            <a:off x="1123450" y="390775"/>
            <a:ext cx="16094700" cy="105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24">
          <p15:clr>
            <a:srgbClr val="E46962"/>
          </p15:clr>
        </p15:guide>
        <p15:guide id="2" pos="3482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- Slide Contenu 1">
  <p:cSld name="CUSTOM_5_1_1">
    <p:bg>
      <p:bgPr>
        <a:solidFill>
          <a:schemeClr val="accen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/>
          <p:nvPr/>
        </p:nvSpPr>
        <p:spPr>
          <a:xfrm>
            <a:off x="0" y="2523225"/>
            <a:ext cx="18288000" cy="776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" name="Google Shape;100;p15"/>
          <p:cNvSpPr txBox="1"/>
          <p:nvPr>
            <p:ph type="title"/>
          </p:nvPr>
        </p:nvSpPr>
        <p:spPr>
          <a:xfrm>
            <a:off x="1123450" y="390775"/>
            <a:ext cx="16094700" cy="105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5"/>
          <p:cNvSpPr txBox="1"/>
          <p:nvPr>
            <p:ph idx="1" type="subTitle"/>
          </p:nvPr>
        </p:nvSpPr>
        <p:spPr>
          <a:xfrm>
            <a:off x="1123450" y="1587500"/>
            <a:ext cx="10672800" cy="789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lvl="0">
              <a:spcBef>
                <a:spcPts val="640"/>
              </a:spcBef>
              <a:spcAft>
                <a:spcPts val="0"/>
              </a:spcAft>
              <a:buSzPts val="3200"/>
              <a:buFont typeface="Instrument Serif"/>
              <a:buNone/>
              <a:defRPr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24">
          <p15:clr>
            <a:srgbClr val="E46962"/>
          </p15:clr>
        </p15:guide>
        <p15:guide id="2" pos="3482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- Slide Contenu 1 1">
  <p:cSld name="CUSTOM_5_1_1_3">
    <p:bg>
      <p:bgPr>
        <a:solidFill>
          <a:schemeClr val="accent3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/>
          <p:nvPr/>
        </p:nvSpPr>
        <p:spPr>
          <a:xfrm>
            <a:off x="0" y="2523225"/>
            <a:ext cx="18288000" cy="7764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" name="Google Shape;104;p16"/>
          <p:cNvSpPr txBox="1"/>
          <p:nvPr>
            <p:ph type="title"/>
          </p:nvPr>
        </p:nvSpPr>
        <p:spPr>
          <a:xfrm>
            <a:off x="1123450" y="390775"/>
            <a:ext cx="16094700" cy="105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6"/>
          <p:cNvSpPr txBox="1"/>
          <p:nvPr>
            <p:ph idx="1" type="subTitle"/>
          </p:nvPr>
        </p:nvSpPr>
        <p:spPr>
          <a:xfrm>
            <a:off x="1123450" y="1587500"/>
            <a:ext cx="10672800" cy="789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lvl="0">
              <a:spcBef>
                <a:spcPts val="640"/>
              </a:spcBef>
              <a:spcAft>
                <a:spcPts val="0"/>
              </a:spcAft>
              <a:buSzPts val="3200"/>
              <a:buFont typeface="Instrument Serif"/>
              <a:buNone/>
              <a:defRPr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24">
          <p15:clr>
            <a:srgbClr val="E46962"/>
          </p15:clr>
        </p15:guide>
        <p15:guide id="2" pos="3482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- Slide Contenu 2">
  <p:cSld name="CUSTOM_5_1_1_2">
    <p:bg>
      <p:bgPr>
        <a:solidFill>
          <a:srgbClr val="F6F6F6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/>
          <p:nvPr/>
        </p:nvSpPr>
        <p:spPr>
          <a:xfrm>
            <a:off x="-53712" y="8723738"/>
            <a:ext cx="18449025" cy="4097975"/>
          </a:xfrm>
          <a:prstGeom prst="flowChartManualInpu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" name="Google Shape;108;p17"/>
          <p:cNvSpPr txBox="1"/>
          <p:nvPr>
            <p:ph type="title"/>
          </p:nvPr>
        </p:nvSpPr>
        <p:spPr>
          <a:xfrm>
            <a:off x="1123450" y="390775"/>
            <a:ext cx="16094700" cy="105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24">
          <p15:clr>
            <a:srgbClr val="E46962"/>
          </p15:clr>
        </p15:guide>
        <p15:guide id="2" pos="3402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- Slide Contenu 2 1">
  <p:cSld name="CUSTOM_5_1_1_2_2">
    <p:bg>
      <p:bgPr>
        <a:solidFill>
          <a:srgbClr val="F6F6F6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/>
          <p:nvPr/>
        </p:nvSpPr>
        <p:spPr>
          <a:xfrm>
            <a:off x="-53712" y="8723738"/>
            <a:ext cx="18449025" cy="4097975"/>
          </a:xfrm>
          <a:prstGeom prst="flowChartManualInpu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1" name="Google Shape;111;p18"/>
          <p:cNvSpPr txBox="1"/>
          <p:nvPr>
            <p:ph type="title"/>
          </p:nvPr>
        </p:nvSpPr>
        <p:spPr>
          <a:xfrm>
            <a:off x="1123450" y="390775"/>
            <a:ext cx="16094700" cy="105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24">
          <p15:clr>
            <a:srgbClr val="E46962"/>
          </p15:clr>
        </p15:guide>
        <p15:guide id="2" pos="3402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- Slide Contenu 4">
  <p:cSld name="CUSTOM_5_1_1_1_1_1_1_1">
    <p:bg>
      <p:bgPr>
        <a:solidFill>
          <a:schemeClr val="accen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/>
          <p:nvPr/>
        </p:nvSpPr>
        <p:spPr>
          <a:xfrm>
            <a:off x="229650" y="185550"/>
            <a:ext cx="17828700" cy="9915900"/>
          </a:xfrm>
          <a:prstGeom prst="roundRect">
            <a:avLst>
              <a:gd fmla="val 2364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" name="Google Shape;114;p19"/>
          <p:cNvSpPr txBox="1"/>
          <p:nvPr>
            <p:ph idx="1" type="subTitle"/>
          </p:nvPr>
        </p:nvSpPr>
        <p:spPr>
          <a:xfrm>
            <a:off x="1170000" y="1467469"/>
            <a:ext cx="11337000" cy="75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lv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Instrument Serif"/>
              <a:buNone/>
              <a:defRPr sz="3000">
                <a:solidFill>
                  <a:schemeClr val="accent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Instrument Serif"/>
              <a:buNone/>
              <a:defRPr sz="4800">
                <a:solidFill>
                  <a:schemeClr val="accent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2pPr>
            <a:lvl3pPr lvl="2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Instrument Serif"/>
              <a:buNone/>
              <a:defRPr sz="4800">
                <a:solidFill>
                  <a:schemeClr val="accent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Instrument Serif"/>
              <a:buNone/>
              <a:defRPr sz="4800">
                <a:solidFill>
                  <a:schemeClr val="accent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Instrument Serif"/>
              <a:buNone/>
              <a:defRPr sz="4800">
                <a:solidFill>
                  <a:schemeClr val="accent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Instrument Serif"/>
              <a:buNone/>
              <a:defRPr sz="4800">
                <a:solidFill>
                  <a:schemeClr val="accent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Instrument Serif"/>
              <a:buNone/>
              <a:defRPr sz="4800">
                <a:solidFill>
                  <a:schemeClr val="accent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Instrument Serif"/>
              <a:buNone/>
              <a:defRPr sz="4800">
                <a:solidFill>
                  <a:schemeClr val="accent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Instrument Serif"/>
              <a:buNone/>
              <a:defRPr sz="4800">
                <a:solidFill>
                  <a:schemeClr val="accent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9pPr>
          </a:lstStyle>
          <a:p/>
        </p:txBody>
      </p:sp>
      <p:sp>
        <p:nvSpPr>
          <p:cNvPr id="115" name="Google Shape;115;p19"/>
          <p:cNvSpPr txBox="1"/>
          <p:nvPr>
            <p:ph type="title"/>
          </p:nvPr>
        </p:nvSpPr>
        <p:spPr>
          <a:xfrm>
            <a:off x="1123450" y="390775"/>
            <a:ext cx="16094700" cy="105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37">
          <p15:clr>
            <a:srgbClr val="E46962"/>
          </p15:clr>
        </p15:guide>
        <p15:guide id="2" pos="3912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- Slide Contenu 4 1">
  <p:cSld name="CUSTOM_5_1_1_1_1_1_1_1_3">
    <p:bg>
      <p:bgPr>
        <a:solidFill>
          <a:schemeClr val="dk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idx="1" type="subTitle"/>
          </p:nvPr>
        </p:nvSpPr>
        <p:spPr>
          <a:xfrm>
            <a:off x="1170000" y="1467469"/>
            <a:ext cx="11337000" cy="75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lv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Instrument Serif"/>
              <a:buNone/>
              <a:defRPr sz="3000">
                <a:solidFill>
                  <a:schemeClr val="accent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Instrument Serif"/>
              <a:buNone/>
              <a:defRPr sz="4800">
                <a:solidFill>
                  <a:schemeClr val="accent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2pPr>
            <a:lvl3pPr lvl="2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Instrument Serif"/>
              <a:buNone/>
              <a:defRPr sz="4800">
                <a:solidFill>
                  <a:schemeClr val="accent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Instrument Serif"/>
              <a:buNone/>
              <a:defRPr sz="4800">
                <a:solidFill>
                  <a:schemeClr val="accent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Instrument Serif"/>
              <a:buNone/>
              <a:defRPr sz="4800">
                <a:solidFill>
                  <a:schemeClr val="accent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Instrument Serif"/>
              <a:buNone/>
              <a:defRPr sz="4800">
                <a:solidFill>
                  <a:schemeClr val="accent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Instrument Serif"/>
              <a:buNone/>
              <a:defRPr sz="4800">
                <a:solidFill>
                  <a:schemeClr val="accent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Instrument Serif"/>
              <a:buNone/>
              <a:defRPr sz="4800">
                <a:solidFill>
                  <a:schemeClr val="accent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Instrument Serif"/>
              <a:buNone/>
              <a:defRPr sz="4800">
                <a:solidFill>
                  <a:schemeClr val="accent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9pPr>
          </a:lstStyle>
          <a:p/>
        </p:txBody>
      </p:sp>
      <p:sp>
        <p:nvSpPr>
          <p:cNvPr id="118" name="Google Shape;118;p20"/>
          <p:cNvSpPr txBox="1"/>
          <p:nvPr>
            <p:ph type="title"/>
          </p:nvPr>
        </p:nvSpPr>
        <p:spPr>
          <a:xfrm>
            <a:off x="1123450" y="390775"/>
            <a:ext cx="16094700" cy="105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37">
          <p15:clr>
            <a:srgbClr val="E46962"/>
          </p15:clr>
        </p15:guide>
        <p15:guide id="2" pos="3912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- Slide Contenu 5">
  <p:cSld name="CUSTOM_5_1_1_1_1_1_1_1_2">
    <p:bg>
      <p:bgPr>
        <a:solidFill>
          <a:schemeClr val="accen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/>
          <p:nvPr/>
        </p:nvSpPr>
        <p:spPr>
          <a:xfrm>
            <a:off x="229650" y="185550"/>
            <a:ext cx="17828700" cy="9915900"/>
          </a:xfrm>
          <a:prstGeom prst="roundRect">
            <a:avLst>
              <a:gd fmla="val 2364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" name="Google Shape;121;p21"/>
          <p:cNvSpPr txBox="1"/>
          <p:nvPr>
            <p:ph idx="1" type="subTitle"/>
          </p:nvPr>
        </p:nvSpPr>
        <p:spPr>
          <a:xfrm>
            <a:off x="1170000" y="1467469"/>
            <a:ext cx="11337000" cy="75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lv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strument Serif"/>
              <a:buNone/>
              <a:defRPr sz="30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strument Serif"/>
              <a:buNone/>
              <a:defRPr sz="48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2pPr>
            <a:lvl3pPr lvl="2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strument Serif"/>
              <a:buNone/>
              <a:defRPr sz="48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strument Serif"/>
              <a:buNone/>
              <a:defRPr sz="48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strument Serif"/>
              <a:buNone/>
              <a:defRPr sz="48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strument Serif"/>
              <a:buNone/>
              <a:defRPr sz="48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strument Serif"/>
              <a:buNone/>
              <a:defRPr sz="48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strument Serif"/>
              <a:buNone/>
              <a:defRPr sz="48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strument Serif"/>
              <a:buNone/>
              <a:defRPr sz="48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9pPr>
          </a:lstStyle>
          <a:p/>
        </p:txBody>
      </p:sp>
      <p:sp>
        <p:nvSpPr>
          <p:cNvPr id="122" name="Google Shape;122;p21"/>
          <p:cNvSpPr txBox="1"/>
          <p:nvPr>
            <p:ph type="title"/>
          </p:nvPr>
        </p:nvSpPr>
        <p:spPr>
          <a:xfrm>
            <a:off x="1123450" y="390775"/>
            <a:ext cx="16094700" cy="105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37">
          <p15:clr>
            <a:srgbClr val="E46962"/>
          </p15:clr>
        </p15:guide>
        <p15:guide id="2" pos="3912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- Slide Contenu 5 1">
  <p:cSld name="CUSTOM_5_1_1_1_1_1_1_1_2_2">
    <p:bg>
      <p:bgPr>
        <a:solidFill>
          <a:schemeClr val="dk2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idx="1" type="subTitle"/>
          </p:nvPr>
        </p:nvSpPr>
        <p:spPr>
          <a:xfrm>
            <a:off x="1170000" y="1467469"/>
            <a:ext cx="11337000" cy="75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lv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strument Serif"/>
              <a:buNone/>
              <a:defRPr sz="30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strument Serif"/>
              <a:buNone/>
              <a:defRPr sz="48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2pPr>
            <a:lvl3pPr lvl="2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strument Serif"/>
              <a:buNone/>
              <a:defRPr sz="48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strument Serif"/>
              <a:buNone/>
              <a:defRPr sz="48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strument Serif"/>
              <a:buNone/>
              <a:defRPr sz="48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strument Serif"/>
              <a:buNone/>
              <a:defRPr sz="48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strument Serif"/>
              <a:buNone/>
              <a:defRPr sz="48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strument Serif"/>
              <a:buNone/>
              <a:defRPr sz="48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strument Serif"/>
              <a:buNone/>
              <a:defRPr sz="48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9pPr>
          </a:lstStyle>
          <a:p/>
        </p:txBody>
      </p:sp>
      <p:sp>
        <p:nvSpPr>
          <p:cNvPr id="125" name="Google Shape;125;p22"/>
          <p:cNvSpPr txBox="1"/>
          <p:nvPr>
            <p:ph type="title"/>
          </p:nvPr>
        </p:nvSpPr>
        <p:spPr>
          <a:xfrm>
            <a:off x="1123450" y="390775"/>
            <a:ext cx="16094700" cy="105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37">
          <p15:clr>
            <a:srgbClr val="E46962"/>
          </p15:clr>
        </p15:guide>
        <p15:guide id="2" pos="3912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- Slide Contenu 6">
  <p:cSld name="CUSTOM_5_1_1_1_1_1_1_1_2_1"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idx="1" type="subTitle"/>
          </p:nvPr>
        </p:nvSpPr>
        <p:spPr>
          <a:xfrm>
            <a:off x="1170000" y="1467469"/>
            <a:ext cx="11337000" cy="75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lv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strument Serif"/>
              <a:buNone/>
              <a:defRPr sz="30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strument Serif"/>
              <a:buNone/>
              <a:defRPr sz="48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2pPr>
            <a:lvl3pPr lvl="2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strument Serif"/>
              <a:buNone/>
              <a:defRPr sz="48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strument Serif"/>
              <a:buNone/>
              <a:defRPr sz="48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strument Serif"/>
              <a:buNone/>
              <a:defRPr sz="48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strument Serif"/>
              <a:buNone/>
              <a:defRPr sz="48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strument Serif"/>
              <a:buNone/>
              <a:defRPr sz="48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strument Serif"/>
              <a:buNone/>
              <a:defRPr sz="48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strument Serif"/>
              <a:buNone/>
              <a:defRPr sz="48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9pPr>
          </a:lstStyle>
          <a:p/>
        </p:txBody>
      </p:sp>
      <p:sp>
        <p:nvSpPr>
          <p:cNvPr id="128" name="Google Shape;128;p23"/>
          <p:cNvSpPr txBox="1"/>
          <p:nvPr>
            <p:ph type="title"/>
          </p:nvPr>
        </p:nvSpPr>
        <p:spPr>
          <a:xfrm>
            <a:off x="1123450" y="390775"/>
            <a:ext cx="16094700" cy="105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37">
          <p15:clr>
            <a:srgbClr val="E46962"/>
          </p15:clr>
        </p15:guide>
        <p15:guide id="2" pos="3912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- Slide Cas CSM 1">
  <p:cSld name="CUSTOM_4_1">
    <p:bg>
      <p:bgPr>
        <a:solidFill>
          <a:schemeClr val="accen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/>
          <p:nvPr/>
        </p:nvSpPr>
        <p:spPr>
          <a:xfrm>
            <a:off x="544275" y="165650"/>
            <a:ext cx="17524200" cy="2091300"/>
          </a:xfrm>
          <a:prstGeom prst="roundRect">
            <a:avLst>
              <a:gd fmla="val 6931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544275" y="2567600"/>
            <a:ext cx="10023000" cy="39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3810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132" name="Google Shape;132;p24"/>
          <p:cNvSpPr txBox="1"/>
          <p:nvPr>
            <p:ph type="title"/>
          </p:nvPr>
        </p:nvSpPr>
        <p:spPr>
          <a:xfrm>
            <a:off x="867575" y="638600"/>
            <a:ext cx="105396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3" name="Google Shape;133;p24"/>
          <p:cNvSpPr txBox="1"/>
          <p:nvPr/>
        </p:nvSpPr>
        <p:spPr>
          <a:xfrm rot="-5400000">
            <a:off x="-785300" y="946050"/>
            <a:ext cx="20640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Use Case</a:t>
            </a:r>
            <a:endParaRPr sz="3200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34" name="Google Shape;134;p24"/>
          <p:cNvSpPr txBox="1"/>
          <p:nvPr>
            <p:ph idx="2" type="title"/>
          </p:nvPr>
        </p:nvSpPr>
        <p:spPr>
          <a:xfrm>
            <a:off x="544275" y="7222175"/>
            <a:ext cx="27030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>
                <a:solidFill>
                  <a:schemeClr val="dk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5" name="Google Shape;135;p24"/>
          <p:cNvSpPr txBox="1"/>
          <p:nvPr>
            <p:ph idx="3" type="subTitle"/>
          </p:nvPr>
        </p:nvSpPr>
        <p:spPr>
          <a:xfrm>
            <a:off x="3294675" y="7276750"/>
            <a:ext cx="5949300" cy="110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64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36" name="Google Shape;136;p24"/>
          <p:cNvSpPr txBox="1"/>
          <p:nvPr>
            <p:ph idx="4" type="title"/>
          </p:nvPr>
        </p:nvSpPr>
        <p:spPr>
          <a:xfrm>
            <a:off x="544269" y="8535992"/>
            <a:ext cx="27030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7" name="Google Shape;137;p24"/>
          <p:cNvSpPr txBox="1"/>
          <p:nvPr>
            <p:ph idx="5" type="subTitle"/>
          </p:nvPr>
        </p:nvSpPr>
        <p:spPr>
          <a:xfrm>
            <a:off x="3294669" y="8590567"/>
            <a:ext cx="5949300" cy="110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64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 - Slide Vierge">
  <p:cSld name="12_Title Slide_1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 - Slide Conclusion">
  <p:cSld name="11_Title Slide_1">
    <p:bg>
      <p:bgPr>
        <a:solidFill>
          <a:srgbClr val="0C0C0C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42300" y="5961784"/>
            <a:ext cx="18372600" cy="4325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42300" y="5539734"/>
            <a:ext cx="18372600" cy="4325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76200" y="4858609"/>
            <a:ext cx="18372600" cy="4325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76200" y="3618634"/>
            <a:ext cx="18372600" cy="432521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6"/>
          <p:cNvSpPr txBox="1"/>
          <p:nvPr>
            <p:ph type="title"/>
          </p:nvPr>
        </p:nvSpPr>
        <p:spPr>
          <a:xfrm>
            <a:off x="304950" y="996175"/>
            <a:ext cx="13682100" cy="14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6F6"/>
              </a:buClr>
              <a:buSzPts val="6000"/>
              <a:buNone/>
              <a:defRPr>
                <a:solidFill>
                  <a:srgbClr val="F6F6F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6"/>
          <p:cNvSpPr txBox="1"/>
          <p:nvPr>
            <p:ph idx="1" type="subTitle"/>
          </p:nvPr>
        </p:nvSpPr>
        <p:spPr>
          <a:xfrm>
            <a:off x="304950" y="2012650"/>
            <a:ext cx="65868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6F6F6"/>
              </a:buClr>
              <a:buSzPts val="3200"/>
              <a:buNone/>
              <a:defRPr>
                <a:solidFill>
                  <a:srgbClr val="F6F6F6"/>
                </a:solidFill>
              </a:defRPr>
            </a:lvl1pPr>
            <a:lvl2pPr lvl="1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 - Slide Conclusion 2">
  <p:cSld name="11_Title Slide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theme" Target="../theme/theme1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6000"/>
              <a:buFont typeface="Anton"/>
              <a:buNone/>
              <a:defRPr b="0" i="0" sz="6000" u="none" cap="none" strike="noStrike">
                <a:solidFill>
                  <a:srgbClr val="0C0C0C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C0C0C"/>
              </a:buClr>
              <a:buSzPts val="3200"/>
              <a:buFont typeface="Inter"/>
              <a:buChar char="•"/>
              <a:defRPr b="0" i="0" sz="3200" u="none" cap="none" strike="noStrike">
                <a:solidFill>
                  <a:srgbClr val="0C0C0C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Inter"/>
              <a:buChar char="–"/>
              <a:defRPr b="0" i="0" sz="2800" u="none" cap="none" strike="noStrike">
                <a:solidFill>
                  <a:srgbClr val="0C0C0C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Inter"/>
              <a:buChar char="•"/>
              <a:defRPr b="0" i="0" sz="2400" u="none" cap="none" strike="noStrike">
                <a:solidFill>
                  <a:srgbClr val="0C0C0C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C0C0C"/>
              </a:buClr>
              <a:buSzPts val="2000"/>
              <a:buFont typeface="Inter"/>
              <a:buChar char="–"/>
              <a:defRPr b="0" i="0" sz="2000" u="none" cap="none" strike="noStrike">
                <a:solidFill>
                  <a:srgbClr val="0C0C0C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C0C0C"/>
              </a:buClr>
              <a:buSzPts val="2000"/>
              <a:buFont typeface="Inter"/>
              <a:buChar char="»"/>
              <a:defRPr b="0" i="0" sz="2000" u="none" cap="none" strike="noStrike">
                <a:solidFill>
                  <a:srgbClr val="0C0C0C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C0C0C"/>
              </a:buClr>
              <a:buSzPts val="2000"/>
              <a:buFont typeface="Inter"/>
              <a:buChar char="•"/>
              <a:defRPr b="0" i="0" sz="2000" u="none" cap="none" strike="noStrike">
                <a:solidFill>
                  <a:srgbClr val="0C0C0C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C0C0C"/>
              </a:buClr>
              <a:buSzPts val="2000"/>
              <a:buFont typeface="Inter"/>
              <a:buChar char="•"/>
              <a:defRPr b="0" i="0" sz="2000" u="none" cap="none" strike="noStrike">
                <a:solidFill>
                  <a:srgbClr val="0C0C0C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C0C0C"/>
              </a:buClr>
              <a:buSzPts val="2000"/>
              <a:buFont typeface="Inter"/>
              <a:buChar char="•"/>
              <a:defRPr b="0" i="0" sz="2000" u="none" cap="none" strike="noStrike">
                <a:solidFill>
                  <a:srgbClr val="0C0C0C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C0C0C"/>
              </a:buClr>
              <a:buSzPts val="2000"/>
              <a:buFont typeface="Inter"/>
              <a:buChar char="•"/>
              <a:defRPr b="0" i="0" sz="2000" u="none" cap="none" strike="noStrike">
                <a:solidFill>
                  <a:srgbClr val="0C0C0C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None/>
              <a:defRPr b="0" i="0" sz="1200" u="none" cap="none" strike="noStrik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None/>
              <a:defRPr b="0" i="0" sz="1200" u="none" cap="none" strike="noStrik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C0C0C"/>
      </a:dk1>
      <a:lt1>
        <a:srgbClr val="F6F6F6"/>
      </a:lt1>
      <a:dk2>
        <a:srgbClr val="EDFF00"/>
      </a:dk2>
      <a:lt2>
        <a:srgbClr val="5B5EFF"/>
      </a:lt2>
      <a:accent1>
        <a:srgbClr val="FFFFFF"/>
      </a:accent1>
      <a:accent2>
        <a:srgbClr val="E0E0FD"/>
      </a:accent2>
      <a:accent3>
        <a:srgbClr val="EFEFEF"/>
      </a:accent3>
      <a:accent4>
        <a:srgbClr val="D9D9D9"/>
      </a:accent4>
      <a:accent5>
        <a:srgbClr val="CCCCCC"/>
      </a:accent5>
      <a:accent6>
        <a:srgbClr val="B7B7B7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